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720000" y="1080000"/>
            <a:ext cx="864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 rtl="1"/>
            <a:r>
              <a:rPr b="0" lang="hi-IN" sz="4400" spc="-1" strike="noStrike">
                <a:solidFill>
                  <a:srgbClr val="0b1220"/>
                </a:solidFill>
                <a:latin typeface="Cairo"/>
                <a:cs typeface="Cairo"/>
              </a:rPr>
              <a:t>شارك المعرفة.. واصنع الأثر — لا تُؤجّل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800" spc="-1" strike="noStrike">
                <a:solidFill>
                  <a:srgbClr val="0b1220"/>
                </a:solidFill>
                <a:latin typeface="Cairo"/>
              </a:rPr>
              <a:t>Knowledge Kareem 2026 — session 14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